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Network Intrusion Detection System (NIDS)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Minor Project — MSc Cyber Security</a:t>
            </a:r>
          </a:p>
          <a:p>
            <a:r>
              <a:t>Student: Laxman Raghoba Shet Narvenkar</a:t>
            </a:r>
          </a:p>
          <a:p>
            <a:r>
              <a:t>Guide: &lt;Your Guide Name&gt;</a:t>
            </a:r>
          </a:p>
          <a:p>
            <a:r>
              <a:t>Institute: NFSU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Networks face scans, spoofing, and DoS attempts.</a:t>
            </a:r>
          </a:p>
          <a:p>
            <a:pPr/>
            <a:r>
              <a:t>Perimeter controls alone may miss stealthy behavior.</a:t>
            </a:r>
          </a:p>
          <a:p>
            <a:pPr/>
            <a:r>
              <a:t>Build a lightweight NIDS to detect common attacks in real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Capture and analyze packets (Scapy)</a:t>
            </a:r>
          </a:p>
          <a:p>
            <a:pPr/>
            <a:r>
              <a:t>Detect port scans, SYN floods, ARP/DNS spoofing, ICMP sweeps</a:t>
            </a:r>
          </a:p>
          <a:p>
            <a:pPr/>
            <a:r>
              <a:t>Generate alerts (JSONL/CSV) and evaluate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pic>
        <p:nvPicPr>
          <p:cNvPr id="3" name="Picture 2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804672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Detection Logic (High-level)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Port scan: many distinct destination ports per source within time window</a:t>
            </a:r>
          </a:p>
          <a:p>
            <a:pPr/>
            <a:r>
              <a:t>SYN flood: high SYN rate with low ACK ratio</a:t>
            </a:r>
          </a:p>
          <a:p>
            <a:pPr/>
            <a:r>
              <a:t>ARP spoof: multiple MACs observed for the same IP + gratuitous ARP bursts</a:t>
            </a:r>
          </a:p>
          <a:p>
            <a:pPr/>
            <a:r>
              <a:t>DNS spoof: responses from unauthorized DNS servers + TTL anomalies</a:t>
            </a:r>
          </a:p>
          <a:p>
            <a:pPr/>
            <a:r>
              <a:t>ICMP sweep: one source pings many targets quickly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</a:t>
            </a:r>
          </a:p>
        </p:txBody>
      </p:sp>
      <p:pic>
        <p:nvPicPr>
          <p:cNvPr id="3" name="Picture 2" descr="data_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804672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Kali (attacker), Windows/Linux (victim), NIDS host</a:t>
            </a:r>
          </a:p>
          <a:p>
            <a:pPr/>
            <a:r>
              <a:t>Promiscuous mode / SPAN if available</a:t>
            </a:r>
          </a:p>
          <a:p>
            <a:pPr/>
            <a:r>
              <a:t>Tools: Nmap, hping3, arpspoof, Wireshark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True/False positives, false negatives</a:t>
            </a:r>
          </a:p>
          <a:p>
            <a:pPr/>
            <a:r>
              <a:t>CPU/RAM usage &amp; throughput</a:t>
            </a:r>
          </a:p>
          <a:p>
            <a:pPr/>
            <a:r>
              <a:t>Alert latency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Modular lightweight NIDS implemented in Python</a:t>
            </a:r>
          </a:p>
          <a:p>
            <a:pPr/>
            <a:r>
              <a:t>Future: flow-based ML, TLS fingerprinting, SIEM integration, auto-blocking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